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B00F-A6C6-0304-D364-9CF1EE1EB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C22C4-CCB7-12A8-2C58-C9712C9E0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26DE2-662A-F3D9-BDE2-39E9DC3F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BD6C6-EA3E-3A4D-5D9B-82B72EA4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6137-769A-7568-B9C1-0623AFD9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96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7627-8A77-E0E0-68AA-3DB61788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9CD5-5788-B24F-352D-4DAE626C4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4C3F3-F860-667F-4A8F-C8081C2C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CDC8-DF00-7CBC-2D51-79D75FF3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AA45-B4B2-F7C2-37F9-6D96AA37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93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ACFA-306A-4B09-B9E5-CC2DD63E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15A0-D407-0D39-4C9E-81C82ACFA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F062B-DA40-3FE1-7737-147B0FD6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4290-344A-4206-C63A-A36E0CD0A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1F5D-17F6-1C0F-ED8E-8A138BBB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4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A57E-A8A2-E237-7D9F-62AFF0FC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B528-ACEF-7648-F25C-8437B29AB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7356E-2541-CBBF-122C-F02B3121F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36944-0050-FB05-41E6-CF4D2469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93D10-9B63-C43B-D235-6595FBEFF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36756-61DC-EB61-1ED8-A3770906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997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5DF3-5189-3740-AFEF-29861350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DCF76-1F61-BED6-3161-DE2A2FD9C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68885-F02E-245B-4100-9EB64C605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6C064-837D-D1C9-CC29-7752BBB73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290AF-3B92-8681-6BBD-0440E836D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53083-017E-4E02-F876-EA5D83A4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059180-2A79-7E36-DEDC-666AAAA8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E69B9-BE56-16A5-BB39-D552A79B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38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D58A-A104-5DA1-1579-90545ABB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AA231-04DB-BBD6-EAB3-7C1A77BE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86E9D-12D6-FA97-9160-B8CE8F49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4E987-12C3-1CAE-CFBE-D255439A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3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DC87A-FC9B-0CEF-61EE-FD57D451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516FB-1ADE-B722-2E19-78F97357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77D84-0858-F4E7-6CC7-E6F08FD2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6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EF8F-5F62-EAAC-45ED-1A46A514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92F2-74AF-6350-BB71-1364F92A1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B13FB-F0FC-37EF-28A0-F32681219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C104E-FF54-FE6C-70AC-4434DB77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73AB5-057F-E7FD-1D98-56A9CD98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36D08-15E1-C202-08FC-8AB84A94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8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EA12-CC5D-BEA6-5149-001F92BF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02F1A2-1376-9D44-0BF0-ECE539F60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9AAC0-9886-210E-E257-B54D8F70C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C813-5B02-0BF0-8AB9-01C98D87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4C64-6505-9373-53DA-4A2EE2FB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B0787-B3AF-C350-E9AB-C21C5140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2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9DA2-E05B-F030-05C0-CAF2AE62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3C97D-547E-0552-576A-CDD0063C6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4F698-5B77-2658-835C-ABD0B904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2A268-3577-823F-71AC-B552F7C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A3541-ACE8-8945-6E92-A51BE511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9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ED48C-7DC8-1DFC-1EB1-B7274D57E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9BC58-A4F0-6269-7076-418987C45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37313-127F-CBC5-869C-2D636355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D15B6-0B95-CA28-6E4B-0042369B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17A13-E90F-745D-A221-58362640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49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4B2C2-0861-C940-38DE-E8F73C0E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BD120-7788-CF7A-1026-6DA57CFED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6ADC4-11D6-43C5-B3EF-075855584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635E5-0C55-4E2C-87F1-ED19C425AA9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22AA-6F21-31C5-48FE-8E8161D05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5A74D-8027-0082-4659-70B91AE18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30E94-5AE1-4436-815E-09DD17148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4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E2C712-447D-61DE-D86C-A25FE61FC72B}"/>
              </a:ext>
            </a:extLst>
          </p:cNvPr>
          <p:cNvSpPr txBox="1"/>
          <p:nvPr/>
        </p:nvSpPr>
        <p:spPr>
          <a:xfrm>
            <a:off x="2116667" y="310515"/>
            <a:ext cx="734906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Meta Pixel Setup with All Methods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1717F-AA44-899D-D3D5-BA00288DA51B}"/>
              </a:ext>
            </a:extLst>
          </p:cNvPr>
          <p:cNvSpPr txBox="1"/>
          <p:nvPr/>
        </p:nvSpPr>
        <p:spPr>
          <a:xfrm>
            <a:off x="1168400" y="1208756"/>
            <a:ext cx="1016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 &amp; Project Details:</a:t>
            </a:r>
            <a:br>
              <a:rPr lang="en-US" dirty="0"/>
            </a:br>
            <a:r>
              <a:rPr lang="en-US" i="1" dirty="0"/>
              <a:t>Demonstrate expertise in setting up Meta Pixel using all available methods( Manual, Partner Integration, Google Tag Manager,) for your own website.</a:t>
            </a:r>
          </a:p>
          <a:p>
            <a:endParaRPr lang="en-US" i="1" dirty="0"/>
          </a:p>
          <a:p>
            <a:r>
              <a:rPr lang="en-IN" b="1" dirty="0">
                <a:effectLst/>
              </a:rPr>
              <a:t>Tools Required</a:t>
            </a:r>
          </a:p>
          <a:p>
            <a:endParaRPr lang="en-IN" b="1" dirty="0">
              <a:effectLst/>
            </a:endParaRPr>
          </a:p>
          <a:p>
            <a:r>
              <a:rPr lang="en-IN" dirty="0">
                <a:effectLst/>
              </a:rPr>
              <a:t>Facebook Business Manager</a:t>
            </a:r>
          </a:p>
          <a:p>
            <a:r>
              <a:rPr lang="en-IN" dirty="0">
                <a:effectLst/>
              </a:rPr>
              <a:t>Meta Events Manager</a:t>
            </a:r>
          </a:p>
          <a:p>
            <a:r>
              <a:rPr lang="en-IN" dirty="0">
                <a:effectLst/>
              </a:rPr>
              <a:t>Google Tag Manager</a:t>
            </a:r>
          </a:p>
          <a:p>
            <a:r>
              <a:rPr lang="en-IN" dirty="0">
                <a:effectLst/>
              </a:rPr>
              <a:t>Shopify or </a:t>
            </a:r>
            <a:r>
              <a:rPr lang="en-IN" dirty="0" err="1">
                <a:effectLst/>
              </a:rPr>
              <a:t>wordpress</a:t>
            </a:r>
            <a:r>
              <a:rPr lang="en-IN" dirty="0">
                <a:effectLst/>
              </a:rPr>
              <a:t> site Admin</a:t>
            </a:r>
          </a:p>
          <a:p>
            <a:endParaRPr lang="en-IN" dirty="0">
              <a:effectLst/>
            </a:endParaRPr>
          </a:p>
          <a:p>
            <a:r>
              <a:rPr lang="en-IN" b="1" dirty="0">
                <a:effectLst/>
              </a:rPr>
              <a:t>Instructions</a:t>
            </a:r>
          </a:p>
          <a:p>
            <a:endParaRPr lang="en-IN" b="1" dirty="0">
              <a:effectLst/>
            </a:endParaRPr>
          </a:p>
          <a:p>
            <a:r>
              <a:rPr lang="en-IN" dirty="0">
                <a:effectLst/>
              </a:rPr>
              <a:t>Pixel Creation: Pixel created in Events Manager along with screenshot</a:t>
            </a:r>
          </a:p>
          <a:p>
            <a:r>
              <a:rPr lang="en-IN" dirty="0">
                <a:effectLst/>
              </a:rPr>
              <a:t>Manual Installation via Code: Screenshot of Pixel base code manually added in the</a:t>
            </a:r>
          </a:p>
          <a:p>
            <a:r>
              <a:rPr lang="en-IN" dirty="0">
                <a:effectLst/>
              </a:rPr>
              <a:t>Google Tag Manager (GTM) Method: Screenshot of Pixel installed using GTM including GTM workspace with tag and trigger setup &amp; Preview mode showing tag firing</a:t>
            </a:r>
          </a:p>
          <a:p>
            <a:r>
              <a:rPr lang="en-IN" dirty="0">
                <a:effectLst/>
              </a:rPr>
              <a:t>Partner Integration Method: Screenshot of Pixel installed via plugin and reflecting into meta pixel helper extension.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43659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274665-D055-A176-8C4C-6B128BF630B5}"/>
              </a:ext>
            </a:extLst>
          </p:cNvPr>
          <p:cNvSpPr txBox="1"/>
          <p:nvPr/>
        </p:nvSpPr>
        <p:spPr>
          <a:xfrm>
            <a:off x="1185333" y="474133"/>
            <a:ext cx="539326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Pixel Creation (Events Manager, Manually)</a:t>
            </a:r>
          </a:p>
          <a:p>
            <a:endParaRPr lang="en-IN" b="1" dirty="0"/>
          </a:p>
          <a:p>
            <a:r>
              <a:rPr lang="en-IN" b="1" dirty="0"/>
              <a:t>Steps:-</a:t>
            </a:r>
          </a:p>
          <a:p>
            <a:pPr marL="342900" indent="-342900">
              <a:buAutoNum type="arabicPeriod"/>
            </a:pPr>
            <a:r>
              <a:rPr lang="en-IN" dirty="0"/>
              <a:t>Go to meta event manager</a:t>
            </a:r>
          </a:p>
          <a:p>
            <a:pPr marL="342900" indent="-342900">
              <a:buAutoNum type="arabicPeriod"/>
            </a:pPr>
            <a:r>
              <a:rPr lang="en-IN" dirty="0"/>
              <a:t>From Left Menu bar click on Event Manager</a:t>
            </a:r>
          </a:p>
          <a:p>
            <a:pPr marL="342900" indent="-342900">
              <a:buAutoNum type="arabicPeriod"/>
            </a:pPr>
            <a:r>
              <a:rPr lang="en-IN" dirty="0"/>
              <a:t>Go to next step of clicking on “Data Connect”</a:t>
            </a:r>
          </a:p>
          <a:p>
            <a:pPr marL="342900" indent="-342900">
              <a:buAutoNum type="arabicPeriod"/>
            </a:pPr>
            <a:r>
              <a:rPr lang="en-IN" dirty="0"/>
              <a:t>Select any options for which we want to set meta event Now I have selected for Website ~ Meta Pixel</a:t>
            </a:r>
          </a:p>
          <a:p>
            <a:pPr marL="342900" indent="-342900">
              <a:buAutoNum type="arabicPeriod"/>
            </a:pPr>
            <a:r>
              <a:rPr lang="en-IN" dirty="0"/>
              <a:t>Name the Meta Pixel Business</a:t>
            </a:r>
          </a:p>
          <a:p>
            <a:pPr marL="342900" indent="-342900">
              <a:buAutoNum type="arabicPeriod"/>
            </a:pPr>
            <a:r>
              <a:rPr lang="en-IN" dirty="0"/>
              <a:t>Paste Website URL for check</a:t>
            </a:r>
          </a:p>
          <a:p>
            <a:pPr marL="342900" indent="-342900">
              <a:buAutoNum type="arabicPeriod"/>
            </a:pPr>
            <a:r>
              <a:rPr lang="en-IN" dirty="0"/>
              <a:t>Window will pop up choose option do it by yourself click on next</a:t>
            </a:r>
          </a:p>
          <a:p>
            <a:pPr marL="342900" indent="-342900">
              <a:buAutoNum type="arabicPeriod"/>
            </a:pPr>
            <a:r>
              <a:rPr lang="en-IN" dirty="0"/>
              <a:t>Window will pop up, check the “meta pixel only” Next</a:t>
            </a:r>
          </a:p>
          <a:p>
            <a:pPr marL="342900" indent="-342900">
              <a:buAutoNum type="arabicPeriod"/>
            </a:pPr>
            <a:r>
              <a:rPr lang="en-IN" dirty="0"/>
              <a:t>Window will pop up with option will choose manually add pixel code to website</a:t>
            </a:r>
          </a:p>
          <a:p>
            <a:r>
              <a:rPr lang="en-IN" i="1" dirty="0"/>
              <a:t>Manual Installation via Code:</a:t>
            </a:r>
          </a:p>
          <a:p>
            <a:r>
              <a:rPr lang="en-IN" i="1" dirty="0"/>
              <a:t>10. </a:t>
            </a:r>
            <a:r>
              <a:rPr lang="en-US" dirty="0"/>
              <a:t>Copy the </a:t>
            </a:r>
            <a:r>
              <a:rPr lang="en-US" b="1" dirty="0"/>
              <a:t>Meta Pixel Base Code</a:t>
            </a:r>
            <a:r>
              <a:rPr lang="en-US" dirty="0"/>
              <a:t> from Events Manager</a:t>
            </a:r>
          </a:p>
          <a:p>
            <a:r>
              <a:rPr lang="en-US" i="1" dirty="0"/>
              <a:t>11. </a:t>
            </a:r>
            <a:r>
              <a:rPr lang="en-US" dirty="0"/>
              <a:t>Go to your website backend (WordPress/Shopify)</a:t>
            </a:r>
          </a:p>
          <a:p>
            <a:r>
              <a:rPr lang="en-US" i="1" dirty="0"/>
              <a:t>12. </a:t>
            </a:r>
            <a:r>
              <a:rPr lang="en-US" dirty="0"/>
              <a:t>Paste the code inside the &lt;head&gt; section of your website</a:t>
            </a:r>
          </a:p>
          <a:p>
            <a:r>
              <a:rPr lang="en-US" i="1" dirty="0"/>
              <a:t>13. </a:t>
            </a:r>
            <a:r>
              <a:rPr lang="en-IN" dirty="0"/>
              <a:t>Save changes</a:t>
            </a:r>
            <a:endParaRPr lang="en-IN" i="1" dirty="0"/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254CB9-32C3-0966-EFBF-AC4BA44F1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474133"/>
            <a:ext cx="5056187" cy="29678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0E850E-AF97-3285-1244-7DBF7AB2E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285" y="3543622"/>
            <a:ext cx="4762502" cy="317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7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DF75E-A1CE-E288-0436-D12A4C32BBD8}"/>
              </a:ext>
            </a:extLst>
          </p:cNvPr>
          <p:cNvSpPr txBox="1"/>
          <p:nvPr/>
        </p:nvSpPr>
        <p:spPr>
          <a:xfrm>
            <a:off x="1151468" y="465667"/>
            <a:ext cx="409786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Google Tag Manager (GTM) Method</a:t>
            </a:r>
          </a:p>
          <a:p>
            <a:endParaRPr lang="en-IN" b="1" dirty="0"/>
          </a:p>
          <a:p>
            <a:r>
              <a:rPr lang="en-IN" b="1" dirty="0"/>
              <a:t>Steps:</a:t>
            </a:r>
          </a:p>
          <a:p>
            <a:r>
              <a:rPr lang="en-IN" dirty="0"/>
              <a:t>1. Open </a:t>
            </a:r>
            <a:r>
              <a:rPr lang="en-IN" b="1" dirty="0"/>
              <a:t>Google Tag Manager</a:t>
            </a:r>
            <a:r>
              <a:rPr lang="en-IN" dirty="0"/>
              <a:t> </a:t>
            </a:r>
          </a:p>
          <a:p>
            <a:r>
              <a:rPr lang="en-IN" dirty="0"/>
              <a:t>2. Click </a:t>
            </a:r>
            <a:r>
              <a:rPr lang="en-IN" b="1" dirty="0"/>
              <a:t>Add New Tag</a:t>
            </a:r>
            <a:r>
              <a:rPr lang="en-IN" dirty="0"/>
              <a:t> </a:t>
            </a:r>
          </a:p>
          <a:p>
            <a:r>
              <a:rPr lang="en-IN" dirty="0"/>
              <a:t>3. Select </a:t>
            </a:r>
            <a:r>
              <a:rPr lang="en-IN" b="1" dirty="0"/>
              <a:t>Custom HTML Tag</a:t>
            </a:r>
            <a:r>
              <a:rPr lang="en-IN" dirty="0"/>
              <a:t> </a:t>
            </a:r>
          </a:p>
          <a:p>
            <a:r>
              <a:rPr lang="en-IN" dirty="0"/>
              <a:t>4. Paste Meta Pixel Base Code </a:t>
            </a:r>
          </a:p>
          <a:p>
            <a:r>
              <a:rPr lang="en-IN" dirty="0"/>
              <a:t>5. Set Trigger → </a:t>
            </a:r>
            <a:r>
              <a:rPr lang="en-IN" b="1" dirty="0"/>
              <a:t>All Pages</a:t>
            </a:r>
            <a:r>
              <a:rPr lang="en-IN" dirty="0"/>
              <a:t> </a:t>
            </a:r>
          </a:p>
          <a:p>
            <a:r>
              <a:rPr lang="en-IN" dirty="0"/>
              <a:t>6. Save and Publish </a:t>
            </a:r>
          </a:p>
          <a:p>
            <a:endParaRPr lang="en-IN" dirty="0"/>
          </a:p>
          <a:p>
            <a:r>
              <a:rPr lang="en-IN" b="1" dirty="0"/>
              <a:t>Preview Mode:</a:t>
            </a:r>
          </a:p>
          <a:p>
            <a:r>
              <a:rPr lang="en-IN" dirty="0"/>
              <a:t>7. Click </a:t>
            </a:r>
            <a:r>
              <a:rPr lang="en-IN" b="1" dirty="0"/>
              <a:t>Preview</a:t>
            </a:r>
            <a:r>
              <a:rPr lang="en-IN" dirty="0"/>
              <a:t> </a:t>
            </a:r>
          </a:p>
          <a:p>
            <a:r>
              <a:rPr lang="en-IN" dirty="0"/>
              <a:t>8. Enter website URL </a:t>
            </a:r>
          </a:p>
          <a:p>
            <a:r>
              <a:rPr lang="en-IN" dirty="0"/>
              <a:t>9. Verify Pixel firing on page load </a:t>
            </a:r>
          </a:p>
          <a:p>
            <a:endParaRPr lang="en-IN" dirty="0"/>
          </a:p>
          <a:p>
            <a:r>
              <a:rPr lang="en-IN" b="1" dirty="0"/>
              <a:t>Output:</a:t>
            </a:r>
          </a:p>
          <a:p>
            <a:r>
              <a:rPr lang="en-IN" dirty="0"/>
              <a:t>Tag firing successfully in preview mode </a:t>
            </a:r>
          </a:p>
          <a:p>
            <a:r>
              <a:rPr lang="en-IN" dirty="0"/>
              <a:t>(Attach screenshots of:) </a:t>
            </a:r>
          </a:p>
          <a:p>
            <a:pPr lvl="1"/>
            <a:r>
              <a:rPr lang="en-IN" dirty="0"/>
              <a:t>GTM Workspace (Tag + Trigger setup) </a:t>
            </a:r>
          </a:p>
          <a:p>
            <a:pPr lvl="1"/>
            <a:r>
              <a:rPr lang="en-IN" dirty="0"/>
              <a:t>Preview Mode (Tag firing)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2FF1C-F5A6-3EF4-66D1-7D32F8BB1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243" y="465667"/>
            <a:ext cx="4430889" cy="614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4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85D545-8D2D-6DD3-4F9D-EFB15CE52D28}"/>
              </a:ext>
            </a:extLst>
          </p:cNvPr>
          <p:cNvSpPr txBox="1"/>
          <p:nvPr/>
        </p:nvSpPr>
        <p:spPr>
          <a:xfrm>
            <a:off x="1100667" y="457200"/>
            <a:ext cx="984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Partner Integration Method: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63D49-F5AA-2B71-0185-1ED4A003B20F}"/>
              </a:ext>
            </a:extLst>
          </p:cNvPr>
          <p:cNvSpPr txBox="1"/>
          <p:nvPr/>
        </p:nvSpPr>
        <p:spPr>
          <a:xfrm>
            <a:off x="1219200" y="9144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Step 1. Create Meta Pixel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Go to </a:t>
            </a:r>
            <a:r>
              <a:rPr lang="en-IN" sz="1600" b="1" dirty="0"/>
              <a:t>Meta Events Manager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Click </a:t>
            </a:r>
            <a:r>
              <a:rPr lang="en-IN" sz="1600" b="1" dirty="0"/>
              <a:t>Connect Data Sources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Select </a:t>
            </a:r>
            <a:r>
              <a:rPr lang="en-IN" sz="1600" b="1" dirty="0"/>
              <a:t>Web → Meta Pixel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Enter: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Pixel Name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Website URL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Click </a:t>
            </a:r>
            <a:r>
              <a:rPr lang="en-IN" sz="1600" b="1" dirty="0"/>
              <a:t>Create Pixel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Your Pixel ID will be generated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6BAB4-CA11-2880-15C6-7F56D13A0BE9}"/>
              </a:ext>
            </a:extLst>
          </p:cNvPr>
          <p:cNvSpPr txBox="1"/>
          <p:nvPr/>
        </p:nvSpPr>
        <p:spPr>
          <a:xfrm>
            <a:off x="1100667" y="3587591"/>
            <a:ext cx="342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Step 2: Choose Partner Integration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After creating Pixel, click </a:t>
            </a:r>
            <a:r>
              <a:rPr lang="en-US" sz="1600" b="1" dirty="0"/>
              <a:t>Set Up Pixel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Select </a:t>
            </a:r>
            <a:r>
              <a:rPr lang="en-US" sz="1600" b="1" dirty="0"/>
              <a:t>Use a Partner Integration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Choose your platform: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Shopify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WordPress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Wix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Others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FDE476-AC52-BADB-C871-21805655136E}"/>
              </a:ext>
            </a:extLst>
          </p:cNvPr>
          <p:cNvCxnSpPr>
            <a:cxnSpLocks/>
          </p:cNvCxnSpPr>
          <p:nvPr/>
        </p:nvCxnSpPr>
        <p:spPr>
          <a:xfrm>
            <a:off x="6028267" y="914400"/>
            <a:ext cx="67733" cy="49445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BEB850-F7AF-733F-8910-BD3218792B39}"/>
              </a:ext>
            </a:extLst>
          </p:cNvPr>
          <p:cNvSpPr txBox="1"/>
          <p:nvPr/>
        </p:nvSpPr>
        <p:spPr>
          <a:xfrm>
            <a:off x="6476999" y="914400"/>
            <a:ext cx="35136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Step 3: Setup in Shopify</a:t>
            </a:r>
          </a:p>
          <a:p>
            <a:r>
              <a:rPr lang="en-US" sz="1600" b="1" dirty="0"/>
              <a:t>Steps: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Login to </a:t>
            </a:r>
            <a:r>
              <a:rPr lang="en-US" sz="1600" b="1" dirty="0"/>
              <a:t>Shopify Admin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Go to </a:t>
            </a:r>
            <a:r>
              <a:rPr lang="en-US" sz="1600" b="1" dirty="0"/>
              <a:t>Apps → Shopify App Store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Install </a:t>
            </a:r>
            <a:r>
              <a:rPr lang="en-US" sz="1600" b="1" dirty="0"/>
              <a:t>Facebook &amp; Instagram App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Open the app and click </a:t>
            </a:r>
            <a:r>
              <a:rPr lang="en-US" sz="1600" b="1" dirty="0"/>
              <a:t>Connect Account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Login with Facebook account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Select: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Business Manager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Ad Account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Pixel (select your created Pixel)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Click </a:t>
            </a:r>
            <a:r>
              <a:rPr lang="en-US" sz="1600" b="1" dirty="0"/>
              <a:t>Finish Setup</a:t>
            </a:r>
            <a:r>
              <a:rPr lang="en-US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Pixel automatically installed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2518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48737C-4D5A-8233-86AF-98367A0D7575}"/>
              </a:ext>
            </a:extLst>
          </p:cNvPr>
          <p:cNvSpPr txBox="1"/>
          <p:nvPr/>
        </p:nvSpPr>
        <p:spPr>
          <a:xfrm>
            <a:off x="1176867" y="567267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 4: Setup in WordPress</a:t>
            </a:r>
          </a:p>
          <a:p>
            <a:endParaRPr lang="en-IN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b="1" dirty="0"/>
              <a:t>By Using Plugin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Login to **WordPress Dashboard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Go to </a:t>
            </a:r>
            <a:r>
              <a:rPr lang="en-IN" sz="1600" b="1" dirty="0"/>
              <a:t>Plugins → Add New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Search: </a:t>
            </a:r>
            <a:r>
              <a:rPr lang="en-IN" sz="1600" b="1" dirty="0" err="1"/>
              <a:t>PixelYourSite</a:t>
            </a:r>
            <a:r>
              <a:rPr lang="en-IN" sz="1600" dirty="0"/>
              <a:t> or </a:t>
            </a:r>
            <a:r>
              <a:rPr lang="en-IN" sz="1600" b="1" dirty="0"/>
              <a:t>Meta Pixel Plugin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Click </a:t>
            </a:r>
            <a:r>
              <a:rPr lang="en-IN" sz="1600" b="1" dirty="0"/>
              <a:t>Install → Activate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Go to plugin settings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Paste your </a:t>
            </a:r>
            <a:r>
              <a:rPr lang="en-IN" sz="1600" b="1" dirty="0"/>
              <a:t>Pixel ID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Save changes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B8FBA-938D-8E5E-E605-A907CC560CC9}"/>
              </a:ext>
            </a:extLst>
          </p:cNvPr>
          <p:cNvSpPr txBox="1"/>
          <p:nvPr/>
        </p:nvSpPr>
        <p:spPr>
          <a:xfrm>
            <a:off x="1176867" y="3606800"/>
            <a:ext cx="37253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 5: Verify Pixel Installation</a:t>
            </a:r>
          </a:p>
          <a:p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Install Chrome Extension:</a:t>
            </a:r>
            <a:br>
              <a:rPr lang="en-IN" sz="1600" dirty="0"/>
            </a:br>
            <a:r>
              <a:rPr lang="en-IN" sz="1600" b="1" dirty="0"/>
              <a:t>Meta Pixel Helper</a:t>
            </a:r>
            <a:r>
              <a:rPr lang="en-IN" sz="16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Visit your website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Click extension icon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Check: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Pixel ID detected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 err="1"/>
              <a:t>PageView</a:t>
            </a:r>
            <a:r>
              <a:rPr lang="en-IN" sz="1600" dirty="0"/>
              <a:t> event firing </a:t>
            </a:r>
          </a:p>
          <a:p>
            <a:r>
              <a:rPr lang="en-IN" sz="1600" dirty="0"/>
              <a:t>If green signal appears → Pixel working correctly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385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566</Words>
  <Application>Microsoft Office PowerPoint</Application>
  <PresentationFormat>Widescreen</PresentationFormat>
  <Paragraphs>103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Kumari</dc:creator>
  <cp:lastModifiedBy>Sonali Kumari</cp:lastModifiedBy>
  <cp:revision>2</cp:revision>
  <dcterms:created xsi:type="dcterms:W3CDTF">2026-04-07T08:04:34Z</dcterms:created>
  <dcterms:modified xsi:type="dcterms:W3CDTF">2026-05-17T09:27:02Z</dcterms:modified>
</cp:coreProperties>
</file>